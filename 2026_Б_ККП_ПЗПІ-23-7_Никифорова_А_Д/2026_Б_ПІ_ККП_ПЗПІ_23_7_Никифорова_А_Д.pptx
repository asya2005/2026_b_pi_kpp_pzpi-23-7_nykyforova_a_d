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7" r:id="rId14"/>
  </p:sldIdLst>
  <p:sldSz cx="9144000" cy="5143500" type="screen16x9"/>
  <p:notesSz cx="6858000" cy="9144000"/>
  <p:embeddedFontLst>
    <p:embeddedFont>
      <p:font typeface="Economica" panose="020B0604020202020204" charset="0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37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16b2ada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16b2adad1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50" y="685800"/>
            <a:ext cx="5943600" cy="16459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200" dirty="0"/>
              <a:t>Програмна система обліку заявок і звернень користувачів (Service Desk)</a:t>
            </a: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868750" y="3117675"/>
            <a:ext cx="568445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Никифорова Анастасія Дмитрівна, ПЗПІ-23-7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Керівник:                доц. Голян Віра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dirty="0"/>
              <a:t>Реалізувати підсистему файлових вкладень до заявок та тестову інфраструктуру, що автоматизовано підтверджує коректність бізнес-логіки серверної частини</a:t>
            </a:r>
            <a:endParaRPr dirty="0">
              <a:latin typeface="Economica" panose="020B060402020202020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dirty="0" err="1"/>
              <a:t>Актуальність: файлові докази пришвидшують діагностику проблем, а автоматизовані тести підтверджують якість коду після кожної зміни, а не лише один раз</a:t>
            </a:r>
            <a:endParaRPr lang="ru-RU" dirty="0">
              <a:latin typeface="Economica" panose="020B06040202020202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" dirty="0">
                <a:solidFill>
                  <a:srgbClr val="0D0D0D"/>
                </a:solidFill>
                <a:highlight>
                  <a:srgbClr val="FFFFFF"/>
                </a:highlight>
              </a:rPr>
              <a:t>Досліджені конкуренти: Zendesk, Freshdesk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" dirty="0">
                <a:solidFill>
                  <a:srgbClr val="0D0D0D"/>
                </a:solidFill>
                <a:highlight>
                  <a:srgbClr val="FFFFFF"/>
                </a:highlight>
              </a:rPr>
              <a:t>Прогалина: прозорість автоматизованого тестового покриття не розкривається в жодному з комерційних SaaS-рішень цього класу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" dirty="0">
                <a:solidFill>
                  <a:srgbClr val="0D0D0D"/>
                </a:solidFill>
                <a:highlight>
                  <a:srgbClr val="FFFFFF"/>
                </a:highlight>
              </a:rPr>
              <a:t>Потрібна підсистема вкладень (завантаження, зберігання, скачування, видалення) та тестова інфраструктура для перевірки бізнес-логіки серверної частини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" dirty="0">
                <a:solidFill>
                  <a:srgbClr val="0D0D0D"/>
                </a:solidFill>
                <a:highlight>
                  <a:srgbClr val="FFFFFF"/>
                </a:highlight>
              </a:rPr>
              <a:t>Очікуваний результат: робочий функціонал вкладень + 29 автотестів, що проходять при кожному запуску dotnet test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" dirty="0">
                <a:solidFill>
                  <a:srgbClr val="0D0D0D"/>
                </a:solidFill>
                <a:highlight>
                  <a:srgbClr val="FFFFFF"/>
                </a:highlight>
              </a:rPr>
              <a:t>ASP.NET Core 9, Entity Framework Core, PostgreSQL, React — сервер і клієнт; xUnit та EF Core InMemory — автоматизоване тестування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190074"/>
            <a:ext cx="8520600" cy="31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" dirty="0">
                <a:solidFill>
                  <a:srgbClr val="0D0D0D"/>
                </a:solidFill>
                <a:highlight>
                  <a:srgbClr val="FFFFFF"/>
                </a:highlight>
              </a:rPr>
              <a:t>Clean Architecture — 4 шари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" dirty="0">
                <a:solidFill>
                  <a:srgbClr val="0D0D0D"/>
                </a:solidFill>
                <a:highlight>
                  <a:srgbClr val="FFFFFF"/>
                </a:highlight>
              </a:rPr>
              <a:t>Domain (Attachment) → Application (IAttachmentService) → Infrastructure (EF Core) → API (AttachmentsController)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102" name="Picture 101" descr="simple_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2752774"/>
            <a:ext cx="7257500" cy="17740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4771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">
                <a:solidFill>
                  <a:srgbClr val="0D0D0D"/>
                </a:solidFill>
                <a:highlight>
                  <a:srgbClr val="FFFFFF"/>
                </a:highlight>
              </a:rPr>
              <a:t>Реалізація виконана в межах командного курсового проєкту (спільно з іншим учасником)</a:t>
            </a:r>
            <a:endParaRPr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">
                <a:solidFill>
                  <a:srgbClr val="0D0D0D"/>
                </a:solidFill>
                <a:highlight>
                  <a:srgbClr val="FFFFFF"/>
                </a:highlight>
              </a:rPr>
              <a:t>Мови та фреймворки: C#, ASP.NET Core, Entity Framework Core на сервері; JavaScript, React на клієнті</a:t>
            </a:r>
            <a:endParaRPr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Методи: генерація GUID-імені файлу, зберігання вмісту на диску окремо від метаданих у БД</a:t>
            </a:r>
            <a:endParaRPr dirty="0">
              <a:latin typeface="Economica" panose="020B06040202020202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dirty="0"/>
              <a:t>Послідовність: Client → Controller → Service → File System / Database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uk" dirty="0"/>
              <a:t>Технології: IFormFile, FileStream, Entity Framework Core</a:t>
            </a:r>
            <a:endParaRPr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Генерація безпечного імені файлу (StoredFileName):</a:t>
            </a:r>
            <a:endParaRPr dirty="0">
              <a:latin typeface="Economica" panose="020B06040202020202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Economica" panose="020B06040202020202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Economica" panose="020B06040202020202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sp>
        <p:nvSpPr>
          <p:cNvPr id="123" name="TextBox 122"/>
          <p:cNvSpPr txBox="1"/>
          <p:nvPr/>
        </p:nvSpPr>
        <p:spPr>
          <a:xfrm>
            <a:off x="548640" y="23317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  <a:latin typeface="Courier New"/>
              </a:rPr>
              <a:t>var storedFileName =</a:t>
            </a:r>
          </a:p>
          <a:p>
            <a:r>
              <a:rPr sz="1300">
                <a:solidFill>
                  <a:srgbClr val="000000"/>
                </a:solidFill>
                <a:latin typeface="Courier New"/>
              </a:rPr>
              <a:t>    $"{Guid.NewGuid():N}" +</a:t>
            </a:r>
          </a:p>
          <a:p>
            <a:r>
              <a:rPr sz="1300">
                <a:solidFill>
                  <a:srgbClr val="000000"/>
                </a:solidFill>
                <a:latin typeface="Courier New"/>
              </a:rPr>
              <a:t>    Path.GetExtension(request.FileName);</a:t>
            </a:r>
          </a:p>
          <a:p>
            <a:endParaRPr sz="1300">
              <a:solidFill>
                <a:srgbClr val="000000"/>
              </a:solidFill>
              <a:latin typeface="Courier New"/>
            </a:endParaRPr>
          </a:p>
          <a:p>
            <a:r>
              <a:rPr sz="1300">
                <a:solidFill>
                  <a:srgbClr val="000000"/>
                </a:solidFill>
                <a:latin typeface="Courier New"/>
              </a:rPr>
              <a:t>var fullPath = Path.Combine(</a:t>
            </a:r>
          </a:p>
          <a:p>
            <a:r>
              <a:rPr sz="1300">
                <a:solidFill>
                  <a:srgbClr val="000000"/>
                </a:solidFill>
                <a:latin typeface="Courier New"/>
              </a:rPr>
              <a:t>    RootPath, storedFileName);</a:t>
            </a:r>
          </a:p>
        </p:txBody>
      </p:sp>
      <p:pic>
        <p:nvPicPr>
          <p:cNvPr id="124" name="Picture 123" descr="fig_3_4_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431031"/>
            <a:ext cx="2834640" cy="8188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 err="1">
                <a:solidFill>
                  <a:srgbClr val="0D0D0D"/>
                </a:solidFill>
                <a:highlight>
                  <a:srgbClr val="FFFFFF"/>
                </a:highlight>
              </a:rPr>
              <a:t>Блок вкладень на сторінці заявки та повідомлення про перевищення розміру файлу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130" name="Picture 129" descr="fig_3_5_attachments_b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50" y="2677694"/>
            <a:ext cx="3931920" cy="1413033"/>
          </a:xfrm>
          <a:prstGeom prst="rect">
            <a:avLst/>
          </a:prstGeom>
        </p:spPr>
      </p:pic>
      <p:pic>
        <p:nvPicPr>
          <p:cNvPr id="131" name="Picture 130" descr="fig_3_6_oversize_err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0740" y="2902225"/>
            <a:ext cx="3931920" cy="10444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Тестування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29 автоматизованих тестів (xUnit), усі проходять успішно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graphicFrame>
        <p:nvGraphicFramePr>
          <p:cNvPr id="130" name="Table 129"/>
          <p:cNvGraphicFramePr>
            <a:graphicFrameLocks noGrp="1"/>
          </p:cNvGraphicFramePr>
          <p:nvPr/>
        </p:nvGraphicFramePr>
        <p:xfrm>
          <a:off x="548640" y="2331720"/>
          <a:ext cx="3291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/>
                        <a:t>Сервіс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Тестів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AuthService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CategoryService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CommentService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/>
                        <a:t>TicketService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31" name="Picture 130" descr="fig_5_1_dotnet_t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630658"/>
            <a:ext cx="4389120" cy="168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268925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Публікація результатів </a:t>
            </a:r>
            <a:endParaRPr sz="3200" dirty="0"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Участь у конференціях та публікації в межах цього курсового проєкту не передбачались</a:t>
            </a:r>
            <a:endParaRPr dirty="0">
              <a:latin typeface="Economica" panose="020B06040202020202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B10B47-7B7A-16D3-B2F7-7BCD981C8FD9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8973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Реалізовано робочий функціонал вкладень і тестову інфраструктуру, підтверджену автотестами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Може використовуватися як частина реальної системи технічної підтримки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Подальший розвиток: перевірка вмісту файлу, інтеграційні тести, індикатор прогресу завантаження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401</Words>
  <Application>Microsoft Office PowerPoint</Application>
  <PresentationFormat>Экран (16:9)</PresentationFormat>
  <Paragraphs>67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Economica</vt:lpstr>
      <vt:lpstr>Arial</vt:lpstr>
      <vt:lpstr>Open Sans</vt:lpstr>
      <vt:lpstr>Courier New</vt:lpstr>
      <vt:lpstr>Шаблон презентації кваліфікаційної роботи магістрів</vt:lpstr>
      <vt:lpstr>Файлові вкладення та автоматизоване тестування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Інтерфейс користувача </vt:lpstr>
      <vt:lpstr>Тестування</vt:lpstr>
      <vt:lpstr>Публікація результатів </vt:lpstr>
      <vt:lpstr>Підсумки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роботи</dc:title>
  <dc:creator>Lexin</dc:creator>
  <cp:lastModifiedBy>Nastya Nikiforova</cp:lastModifiedBy>
  <cp:revision>4</cp:revision>
  <dcterms:created xsi:type="dcterms:W3CDTF">2024-10-03T11:39:34Z</dcterms:created>
  <dcterms:modified xsi:type="dcterms:W3CDTF">2026-08-30T21:25:52Z</dcterms:modified>
</cp:coreProperties>
</file>